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59" r:id="rId3"/>
    <p:sldId id="258" r:id="rId4"/>
    <p:sldId id="262" r:id="rId5"/>
    <p:sldId id="266" r:id="rId6"/>
    <p:sldId id="263" r:id="rId7"/>
    <p:sldId id="264" r:id="rId8"/>
    <p:sldId id="265" r:id="rId9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E5E5E5"/>
    <a:srgbClr val="F0F0F0"/>
    <a:srgbClr val="0068B3"/>
    <a:srgbClr val="9C010A"/>
    <a:srgbClr val="4E8C6E"/>
    <a:srgbClr val="315458"/>
    <a:srgbClr val="FFFFFF"/>
    <a:srgbClr val="F6FAFD"/>
    <a:srgbClr val="F6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9" autoAdjust="0"/>
    <p:restoredTop sz="94660"/>
  </p:normalViewPr>
  <p:slideViewPr>
    <p:cSldViewPr snapToGrid="0">
      <p:cViewPr>
        <p:scale>
          <a:sx n="400" d="100"/>
          <a:sy n="400" d="100"/>
        </p:scale>
        <p:origin x="-20892" y="-30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59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115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690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126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86836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138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463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35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316569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592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316569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08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089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465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6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F206D-8D73-4876-BA7F-A0E206242D46}" type="datetimeFigureOut">
              <a:rPr lang="en-CA" smtClean="0"/>
              <a:t>2025-03-29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3ACD3-F430-4667-86D4-1F82A141D2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28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85547-A16D-315E-039C-E7E0BCD5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4F5321-E007-804C-C945-C17D5F8EBAD7}"/>
              </a:ext>
            </a:extLst>
          </p:cNvPr>
          <p:cNvSpPr/>
          <p:nvPr/>
        </p:nvSpPr>
        <p:spPr>
          <a:xfrm>
            <a:off x="3166794" y="1232606"/>
            <a:ext cx="10190480" cy="2905760"/>
          </a:xfrm>
          <a:prstGeom prst="roundRect">
            <a:avLst>
              <a:gd name="adj" fmla="val 3292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09EA00-B14D-A3E8-E991-F5BBF0FB231B}"/>
              </a:ext>
            </a:extLst>
          </p:cNvPr>
          <p:cNvSpPr/>
          <p:nvPr/>
        </p:nvSpPr>
        <p:spPr>
          <a:xfrm>
            <a:off x="3166794" y="4267906"/>
            <a:ext cx="2184400" cy="2400300"/>
          </a:xfrm>
          <a:prstGeom prst="roundRect">
            <a:avLst>
              <a:gd name="adj" fmla="val 2187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189CE8-1937-2439-304B-AE1F8C57D2DF}"/>
              </a:ext>
            </a:extLst>
          </p:cNvPr>
          <p:cNvSpPr/>
          <p:nvPr/>
        </p:nvSpPr>
        <p:spPr>
          <a:xfrm>
            <a:off x="5503594" y="4267906"/>
            <a:ext cx="2672080" cy="2400300"/>
          </a:xfrm>
          <a:prstGeom prst="roundRect">
            <a:avLst>
              <a:gd name="adj" fmla="val 1911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1B2DF12-526D-F079-00DD-864A788C4DD5}"/>
              </a:ext>
            </a:extLst>
          </p:cNvPr>
          <p:cNvSpPr/>
          <p:nvPr/>
        </p:nvSpPr>
        <p:spPr>
          <a:xfrm>
            <a:off x="3166794" y="6797746"/>
            <a:ext cx="5008880" cy="2087174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C39A54-85C1-B329-4531-361433729D00}"/>
              </a:ext>
            </a:extLst>
          </p:cNvPr>
          <p:cNvSpPr/>
          <p:nvPr/>
        </p:nvSpPr>
        <p:spPr>
          <a:xfrm>
            <a:off x="8348394" y="4267906"/>
            <a:ext cx="2184400" cy="2400300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41B02F-039A-8800-8D31-7320BEF76816}"/>
              </a:ext>
            </a:extLst>
          </p:cNvPr>
          <p:cNvSpPr/>
          <p:nvPr/>
        </p:nvSpPr>
        <p:spPr>
          <a:xfrm>
            <a:off x="10685194" y="4267906"/>
            <a:ext cx="2672080" cy="2400300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354863-7DAE-3DDC-FE77-317E4A072468}"/>
              </a:ext>
            </a:extLst>
          </p:cNvPr>
          <p:cNvSpPr/>
          <p:nvPr/>
        </p:nvSpPr>
        <p:spPr>
          <a:xfrm>
            <a:off x="8348394" y="6797746"/>
            <a:ext cx="5008880" cy="2087174"/>
          </a:xfrm>
          <a:prstGeom prst="roundRect">
            <a:avLst>
              <a:gd name="adj" fmla="val 6177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622EEB-122F-7D9E-5260-5339BA9568CE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5141E-63D2-1846-7343-D90871585A7F}"/>
              </a:ext>
            </a:extLst>
          </p:cNvPr>
          <p:cNvSpPr/>
          <p:nvPr/>
        </p:nvSpPr>
        <p:spPr>
          <a:xfrm>
            <a:off x="3306494" y="1362146"/>
            <a:ext cx="4869180" cy="2214880"/>
          </a:xfrm>
          <a:prstGeom prst="roundRect">
            <a:avLst>
              <a:gd name="adj" fmla="val 6177"/>
            </a:avLst>
          </a:prstGeom>
          <a:solidFill>
            <a:srgbClr val="9C01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2298B35-D134-8A39-679F-A80C4C855915}"/>
              </a:ext>
            </a:extLst>
          </p:cNvPr>
          <p:cNvGrpSpPr/>
          <p:nvPr/>
        </p:nvGrpSpPr>
        <p:grpSpPr>
          <a:xfrm>
            <a:off x="8343314" y="1362146"/>
            <a:ext cx="4869180" cy="2214880"/>
            <a:chOff x="8343314" y="1362146"/>
            <a:chExt cx="4869180" cy="221488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A9BD223-1482-A12C-D11A-4FB4270F16B5}"/>
                </a:ext>
              </a:extLst>
            </p:cNvPr>
            <p:cNvSpPr/>
            <p:nvPr/>
          </p:nvSpPr>
          <p:spPr>
            <a:xfrm>
              <a:off x="8343314" y="1362146"/>
              <a:ext cx="4869180" cy="2214880"/>
            </a:xfrm>
            <a:prstGeom prst="roundRect">
              <a:avLst>
                <a:gd name="adj" fmla="val 6177"/>
              </a:avLst>
            </a:prstGeom>
            <a:solidFill>
              <a:srgbClr val="0068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6" name="Picture 5" descr="A blue circle with a white and black logo&#10;&#10;AI-generated content may be incorrect.">
              <a:extLst>
                <a:ext uri="{FF2B5EF4-FFF2-40B4-BE49-F238E27FC236}">
                  <a16:creationId xmlns:a16="http://schemas.microsoft.com/office/drawing/2014/main" id="{6105641E-A3F4-9B5E-B79E-35FF43422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863" t="18037" r="1955" b="18038"/>
            <a:stretch/>
          </p:blipFill>
          <p:spPr>
            <a:xfrm>
              <a:off x="8343314" y="1362146"/>
              <a:ext cx="3112086" cy="2214880"/>
            </a:xfrm>
            <a:prstGeom prst="rect">
              <a:avLst/>
            </a:prstGeom>
          </p:spPr>
        </p:pic>
      </p:grpSp>
      <p:pic>
        <p:nvPicPr>
          <p:cNvPr id="4" name="Picture 3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F4F0CF71-5E4B-E44F-369A-63EFD6D105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1" t="18014" b="20928"/>
          <a:stretch/>
        </p:blipFill>
        <p:spPr>
          <a:xfrm>
            <a:off x="3306494" y="1362146"/>
            <a:ext cx="3056926" cy="221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24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BB9DF-9BEF-06C7-957E-2EAAB1A96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986DE7-FFA9-AE7D-0471-58CF53EB08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B15AE2F-EEC8-BE0E-9BE5-B46C61DEC5BE}"/>
              </a:ext>
            </a:extLst>
          </p:cNvPr>
          <p:cNvSpPr/>
          <p:nvPr/>
        </p:nvSpPr>
        <p:spPr>
          <a:xfrm>
            <a:off x="3166794" y="1232606"/>
            <a:ext cx="5011850" cy="936554"/>
          </a:xfrm>
          <a:prstGeom prst="roundRect">
            <a:avLst>
              <a:gd name="adj" fmla="val 6685"/>
            </a:avLst>
          </a:prstGeom>
          <a:solidFill>
            <a:srgbClr val="9C010A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4170ACB-EEE3-EEB1-45FD-77DA9A83F1D5}"/>
              </a:ext>
            </a:extLst>
          </p:cNvPr>
          <p:cNvSpPr/>
          <p:nvPr/>
        </p:nvSpPr>
        <p:spPr>
          <a:xfrm>
            <a:off x="3166794" y="2329886"/>
            <a:ext cx="10184694" cy="3552754"/>
          </a:xfrm>
          <a:prstGeom prst="roundRect">
            <a:avLst>
              <a:gd name="adj" fmla="val 2128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22ABE7-5D46-4E07-DAF9-10286EC4DB8C}"/>
              </a:ext>
            </a:extLst>
          </p:cNvPr>
          <p:cNvSpPr/>
          <p:nvPr/>
        </p:nvSpPr>
        <p:spPr>
          <a:xfrm>
            <a:off x="8339638" y="1232606"/>
            <a:ext cx="5011850" cy="936554"/>
          </a:xfrm>
          <a:prstGeom prst="roundRect">
            <a:avLst>
              <a:gd name="adj" fmla="val 6380"/>
            </a:avLst>
          </a:prstGeom>
          <a:solidFill>
            <a:srgbClr val="0068B3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B131778-0410-4229-3574-1C31DC753BFF}"/>
              </a:ext>
            </a:extLst>
          </p:cNvPr>
          <p:cNvSpPr/>
          <p:nvPr/>
        </p:nvSpPr>
        <p:spPr>
          <a:xfrm>
            <a:off x="8339638" y="6043366"/>
            <a:ext cx="5011850" cy="2841554"/>
          </a:xfrm>
          <a:prstGeom prst="roundRect">
            <a:avLst>
              <a:gd name="adj" fmla="val 2530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70B856D-09A4-F609-20FF-0657B1B2B851}"/>
              </a:ext>
            </a:extLst>
          </p:cNvPr>
          <p:cNvSpPr/>
          <p:nvPr/>
        </p:nvSpPr>
        <p:spPr>
          <a:xfrm>
            <a:off x="3166794" y="6043366"/>
            <a:ext cx="5011850" cy="2841554"/>
          </a:xfrm>
          <a:prstGeom prst="roundRect">
            <a:avLst>
              <a:gd name="adj" fmla="val 2598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" name="Picture 3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56D3AEB0-9E31-2ECA-F165-47B5F7D532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1956729"/>
            <a:ext cx="504508" cy="153546"/>
          </a:xfrm>
          <a:prstGeom prst="rect">
            <a:avLst/>
          </a:prstGeom>
        </p:spPr>
      </p:pic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506B8699-A8C2-F8DD-32DD-DF0CD46F3E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1973862"/>
            <a:ext cx="708927" cy="1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5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AA9AA-A564-358E-1420-936B520FD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428B75-AEBD-7933-362F-FD54EC9034B6}"/>
              </a:ext>
            </a:extLst>
          </p:cNvPr>
          <p:cNvSpPr/>
          <p:nvPr/>
        </p:nvSpPr>
        <p:spPr>
          <a:xfrm>
            <a:off x="3185501" y="5676902"/>
            <a:ext cx="4967899" cy="3208018"/>
          </a:xfrm>
          <a:prstGeom prst="roundRect">
            <a:avLst>
              <a:gd name="adj" fmla="val 2231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BAE0DC-9302-9BBB-356D-97A21085124A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624E3D-0CC1-EE30-1F5D-EC6A5FD9BF81}"/>
              </a:ext>
            </a:extLst>
          </p:cNvPr>
          <p:cNvSpPr/>
          <p:nvPr/>
        </p:nvSpPr>
        <p:spPr>
          <a:xfrm>
            <a:off x="8323280" y="1235146"/>
            <a:ext cx="5033994" cy="1101654"/>
          </a:xfrm>
          <a:prstGeom prst="roundRect">
            <a:avLst>
              <a:gd name="adj" fmla="val 6263"/>
            </a:avLst>
          </a:prstGeom>
          <a:solidFill>
            <a:srgbClr val="0068B3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0E39F2B-9208-4BF1-759F-F03DDB7C7679}"/>
              </a:ext>
            </a:extLst>
          </p:cNvPr>
          <p:cNvSpPr/>
          <p:nvPr/>
        </p:nvSpPr>
        <p:spPr>
          <a:xfrm>
            <a:off x="8323281" y="5676902"/>
            <a:ext cx="5033994" cy="3208018"/>
          </a:xfrm>
          <a:prstGeom prst="roundRect">
            <a:avLst>
              <a:gd name="adj" fmla="val 2256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D93462-3C47-4BE3-8EF2-4C4EC64B09CF}"/>
              </a:ext>
            </a:extLst>
          </p:cNvPr>
          <p:cNvSpPr/>
          <p:nvPr/>
        </p:nvSpPr>
        <p:spPr>
          <a:xfrm>
            <a:off x="3185501" y="1235145"/>
            <a:ext cx="4967899" cy="1101655"/>
          </a:xfrm>
          <a:prstGeom prst="roundRect">
            <a:avLst>
              <a:gd name="adj" fmla="val 6090"/>
            </a:avLst>
          </a:prstGeom>
          <a:solidFill>
            <a:srgbClr val="9C010A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14A296-12ED-5C5C-054F-1DBA7B6B83CA}"/>
              </a:ext>
            </a:extLst>
          </p:cNvPr>
          <p:cNvSpPr/>
          <p:nvPr/>
        </p:nvSpPr>
        <p:spPr>
          <a:xfrm>
            <a:off x="3185500" y="2489201"/>
            <a:ext cx="4967899" cy="3035300"/>
          </a:xfrm>
          <a:prstGeom prst="roundRect">
            <a:avLst>
              <a:gd name="adj" fmla="val 246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4331F5-7735-EC45-4B06-4C88B5E08BBA}"/>
              </a:ext>
            </a:extLst>
          </p:cNvPr>
          <p:cNvSpPr/>
          <p:nvPr/>
        </p:nvSpPr>
        <p:spPr>
          <a:xfrm>
            <a:off x="8323279" y="2489201"/>
            <a:ext cx="5033994" cy="3035300"/>
          </a:xfrm>
          <a:prstGeom prst="roundRect">
            <a:avLst>
              <a:gd name="adj" fmla="val 2244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3E8C59-733C-4280-C86F-53013395FB48}"/>
              </a:ext>
            </a:extLst>
          </p:cNvPr>
          <p:cNvCxnSpPr>
            <a:cxnSpLocks/>
          </p:cNvCxnSpPr>
          <p:nvPr/>
        </p:nvCxnSpPr>
        <p:spPr>
          <a:xfrm>
            <a:off x="5669451" y="1378744"/>
            <a:ext cx="0" cy="81200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E4EC60-D32A-AD89-E880-E4FB2DD5E3CB}"/>
              </a:ext>
            </a:extLst>
          </p:cNvPr>
          <p:cNvCxnSpPr>
            <a:cxnSpLocks/>
          </p:cNvCxnSpPr>
          <p:nvPr/>
        </p:nvCxnSpPr>
        <p:spPr>
          <a:xfrm>
            <a:off x="10840277" y="1378744"/>
            <a:ext cx="0" cy="81200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6C0D258B-DF06-8F6C-1985-27AED3B150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2124369"/>
            <a:ext cx="504508" cy="153546"/>
          </a:xfrm>
          <a:prstGeom prst="rect">
            <a:avLst/>
          </a:prstGeom>
        </p:spPr>
      </p:pic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C268DEE9-EE6C-EB46-5988-C7069071AF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141502"/>
            <a:ext cx="708927" cy="1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2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188F8-1FED-1E1D-A49E-F54FA3EA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FF6973-C7E4-5745-2F68-A6F62DD46381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0E92D4-AEE7-D462-1FF6-291426F6E28A}"/>
              </a:ext>
            </a:extLst>
          </p:cNvPr>
          <p:cNvSpPr/>
          <p:nvPr/>
        </p:nvSpPr>
        <p:spPr>
          <a:xfrm>
            <a:off x="8323280" y="1235146"/>
            <a:ext cx="5033994" cy="1391940"/>
          </a:xfrm>
          <a:prstGeom prst="roundRect">
            <a:avLst>
              <a:gd name="adj" fmla="val 5051"/>
            </a:avLst>
          </a:prstGeom>
          <a:solidFill>
            <a:srgbClr val="0068B3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DCCD5F-1704-BD50-5815-E0E44821868D}"/>
              </a:ext>
            </a:extLst>
          </p:cNvPr>
          <p:cNvSpPr/>
          <p:nvPr/>
        </p:nvSpPr>
        <p:spPr>
          <a:xfrm>
            <a:off x="3185501" y="1235145"/>
            <a:ext cx="4967899" cy="1391941"/>
          </a:xfrm>
          <a:prstGeom prst="roundRect">
            <a:avLst>
              <a:gd name="adj" fmla="val 5515"/>
            </a:avLst>
          </a:prstGeom>
          <a:solidFill>
            <a:srgbClr val="9C010A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1C9041-EB16-BA7B-AB1F-EE0C485D6342}"/>
              </a:ext>
            </a:extLst>
          </p:cNvPr>
          <p:cNvCxnSpPr>
            <a:cxnSpLocks/>
          </p:cNvCxnSpPr>
          <p:nvPr/>
        </p:nvCxnSpPr>
        <p:spPr>
          <a:xfrm>
            <a:off x="5669451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3207D78-1291-F336-34C5-15AD94FBB913}"/>
              </a:ext>
            </a:extLst>
          </p:cNvPr>
          <p:cNvCxnSpPr>
            <a:cxnSpLocks/>
          </p:cNvCxnSpPr>
          <p:nvPr/>
        </p:nvCxnSpPr>
        <p:spPr>
          <a:xfrm>
            <a:off x="10840277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ED432E-E8B7-C586-6D4A-4830C86D262E}"/>
              </a:ext>
            </a:extLst>
          </p:cNvPr>
          <p:cNvSpPr/>
          <p:nvPr/>
        </p:nvSpPr>
        <p:spPr>
          <a:xfrm>
            <a:off x="3185501" y="6836228"/>
            <a:ext cx="4967899" cy="204869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BC1EF3-3FC9-F6A5-E815-9558D006CBA5}"/>
              </a:ext>
            </a:extLst>
          </p:cNvPr>
          <p:cNvSpPr/>
          <p:nvPr/>
        </p:nvSpPr>
        <p:spPr>
          <a:xfrm>
            <a:off x="8323280" y="6836227"/>
            <a:ext cx="5033994" cy="204869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96EEF1-59D2-D2B3-132B-B4CE820DAC61}"/>
              </a:ext>
            </a:extLst>
          </p:cNvPr>
          <p:cNvSpPr/>
          <p:nvPr/>
        </p:nvSpPr>
        <p:spPr>
          <a:xfrm>
            <a:off x="3185501" y="5152571"/>
            <a:ext cx="4967899" cy="153307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48D624-4AB0-E739-C5B5-C474E588631F}"/>
              </a:ext>
            </a:extLst>
          </p:cNvPr>
          <p:cNvSpPr/>
          <p:nvPr/>
        </p:nvSpPr>
        <p:spPr>
          <a:xfrm>
            <a:off x="8323280" y="5152570"/>
            <a:ext cx="5033994" cy="1533071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ACB14C-8B4D-1856-3E13-A30D7B7E6298}"/>
              </a:ext>
            </a:extLst>
          </p:cNvPr>
          <p:cNvSpPr/>
          <p:nvPr/>
        </p:nvSpPr>
        <p:spPr>
          <a:xfrm>
            <a:off x="5471886" y="2770685"/>
            <a:ext cx="2681514" cy="2231300"/>
          </a:xfrm>
          <a:prstGeom prst="roundRect">
            <a:avLst>
              <a:gd name="adj" fmla="val 3029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2C3B75-9278-3A39-B69F-5F2F476C6920}"/>
              </a:ext>
            </a:extLst>
          </p:cNvPr>
          <p:cNvSpPr/>
          <p:nvPr/>
        </p:nvSpPr>
        <p:spPr>
          <a:xfrm>
            <a:off x="10675760" y="2777672"/>
            <a:ext cx="2681514" cy="2231300"/>
          </a:xfrm>
          <a:prstGeom prst="roundRect">
            <a:avLst>
              <a:gd name="adj" fmla="val 4309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6335F4-9E6B-9418-C310-0FA35E299305}"/>
              </a:ext>
            </a:extLst>
          </p:cNvPr>
          <p:cNvSpPr/>
          <p:nvPr/>
        </p:nvSpPr>
        <p:spPr>
          <a:xfrm>
            <a:off x="8323280" y="2770684"/>
            <a:ext cx="2181936" cy="2231300"/>
          </a:xfrm>
          <a:prstGeom prst="roundRect">
            <a:avLst>
              <a:gd name="adj" fmla="val 3145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8124C9-3C10-C645-6051-F7562C83541C}"/>
              </a:ext>
            </a:extLst>
          </p:cNvPr>
          <p:cNvSpPr/>
          <p:nvPr/>
        </p:nvSpPr>
        <p:spPr>
          <a:xfrm>
            <a:off x="3185501" y="2777672"/>
            <a:ext cx="2115841" cy="2231300"/>
          </a:xfrm>
          <a:prstGeom prst="roundRect">
            <a:avLst>
              <a:gd name="adj" fmla="val 2808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3" name="Picture 2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DBA67553-7512-D86C-7F03-988C6EA2C9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t="23354" b="21207"/>
          <a:stretch/>
        </p:blipFill>
        <p:spPr>
          <a:xfrm>
            <a:off x="3185502" y="1235145"/>
            <a:ext cx="2121232" cy="1391941"/>
          </a:xfrm>
          <a:prstGeom prst="rect">
            <a:avLst/>
          </a:prstGeom>
        </p:spPr>
      </p:pic>
      <p:pic>
        <p:nvPicPr>
          <p:cNvPr id="4" name="Picture 3" descr="A blue circle with a white and black logo&#10;&#10;AI-generated content may be incorrect.">
            <a:extLst>
              <a:ext uri="{FF2B5EF4-FFF2-40B4-BE49-F238E27FC236}">
                <a16:creationId xmlns:a16="http://schemas.microsoft.com/office/drawing/2014/main" id="{6FAAE26C-ECEC-EC9E-0522-DF3E35F62D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6" t="25832" r="1955" b="25834"/>
          <a:stretch/>
        </p:blipFill>
        <p:spPr>
          <a:xfrm>
            <a:off x="8323280" y="1235145"/>
            <a:ext cx="2488639" cy="1384954"/>
          </a:xfrm>
          <a:prstGeom prst="rect">
            <a:avLst/>
          </a:prstGeom>
        </p:spPr>
      </p:pic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5E2510AC-83F5-7BBB-BBF5-AA784FA9322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2406309"/>
            <a:ext cx="504508" cy="153546"/>
          </a:xfrm>
          <a:prstGeom prst="rect">
            <a:avLst/>
          </a:prstGeom>
        </p:spPr>
      </p:pic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E679452A-9A95-434F-42FB-39971DC806F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423442"/>
            <a:ext cx="708927" cy="1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5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D0268-CC94-1278-2951-EBA627A0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40E16F7-7649-E742-6563-8B308F3E29B5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FAE73F-BF25-6AE1-8953-B1C00D845BF8}"/>
              </a:ext>
            </a:extLst>
          </p:cNvPr>
          <p:cNvGrpSpPr/>
          <p:nvPr/>
        </p:nvGrpSpPr>
        <p:grpSpPr>
          <a:xfrm>
            <a:off x="8323280" y="1235146"/>
            <a:ext cx="5033994" cy="1037710"/>
            <a:chOff x="8323280" y="1235146"/>
            <a:chExt cx="5033994" cy="139194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76412D7-3B47-AD84-4FE3-7B52EC8AB097}"/>
                </a:ext>
              </a:extLst>
            </p:cNvPr>
            <p:cNvSpPr/>
            <p:nvPr/>
          </p:nvSpPr>
          <p:spPr>
            <a:xfrm>
              <a:off x="8323280" y="1235146"/>
              <a:ext cx="5033994" cy="1391940"/>
            </a:xfrm>
            <a:prstGeom prst="roundRect">
              <a:avLst>
                <a:gd name="adj" fmla="val 5051"/>
              </a:avLst>
            </a:prstGeom>
            <a:solidFill>
              <a:srgbClr val="0068B3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CBEC8C4-D313-7BC3-0BFE-4358F3B6423E}"/>
                </a:ext>
              </a:extLst>
            </p:cNvPr>
            <p:cNvCxnSpPr>
              <a:cxnSpLocks/>
            </p:cNvCxnSpPr>
            <p:nvPr/>
          </p:nvCxnSpPr>
          <p:spPr>
            <a:xfrm>
              <a:off x="10840277" y="1378744"/>
              <a:ext cx="0" cy="1097756"/>
            </a:xfrm>
            <a:prstGeom prst="line">
              <a:avLst/>
            </a:prstGeom>
            <a:ln>
              <a:solidFill>
                <a:schemeClr val="bg1">
                  <a:alpha val="18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921219-ABBB-9BC5-F319-373D2867E232}"/>
              </a:ext>
            </a:extLst>
          </p:cNvPr>
          <p:cNvGrpSpPr/>
          <p:nvPr/>
        </p:nvGrpSpPr>
        <p:grpSpPr>
          <a:xfrm>
            <a:off x="3185501" y="6427919"/>
            <a:ext cx="10171773" cy="2457000"/>
            <a:chOff x="3185501" y="6836227"/>
            <a:chExt cx="10171773" cy="204869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647A6E2-B85B-12A2-DB12-1D0F7AB3A84C}"/>
                </a:ext>
              </a:extLst>
            </p:cNvPr>
            <p:cNvSpPr/>
            <p:nvPr/>
          </p:nvSpPr>
          <p:spPr>
            <a:xfrm>
              <a:off x="3185501" y="6836228"/>
              <a:ext cx="4967899" cy="2048691"/>
            </a:xfrm>
            <a:prstGeom prst="roundRect">
              <a:avLst>
                <a:gd name="adj" fmla="val 4309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898D888-BF6F-ED21-B2CF-FE3C413590D5}"/>
                </a:ext>
              </a:extLst>
            </p:cNvPr>
            <p:cNvSpPr/>
            <p:nvPr/>
          </p:nvSpPr>
          <p:spPr>
            <a:xfrm>
              <a:off x="8323280" y="6836227"/>
              <a:ext cx="5033994" cy="2048691"/>
            </a:xfrm>
            <a:prstGeom prst="roundRect">
              <a:avLst>
                <a:gd name="adj" fmla="val 4309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CA9610-3397-6A72-56EF-8B696E3E0958}"/>
              </a:ext>
            </a:extLst>
          </p:cNvPr>
          <p:cNvGrpSpPr/>
          <p:nvPr/>
        </p:nvGrpSpPr>
        <p:grpSpPr>
          <a:xfrm>
            <a:off x="3185501" y="4761410"/>
            <a:ext cx="10171773" cy="1533072"/>
            <a:chOff x="3185501" y="5152570"/>
            <a:chExt cx="10171773" cy="153307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203F91F-5C11-5632-2AE5-413D3C96C794}"/>
                </a:ext>
              </a:extLst>
            </p:cNvPr>
            <p:cNvSpPr/>
            <p:nvPr/>
          </p:nvSpPr>
          <p:spPr>
            <a:xfrm>
              <a:off x="3185501" y="5152571"/>
              <a:ext cx="4967899" cy="1533071"/>
            </a:xfrm>
            <a:prstGeom prst="roundRect">
              <a:avLst>
                <a:gd name="adj" fmla="val 4309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4D49772-F588-C54C-0A70-038E87A9AE6A}"/>
                </a:ext>
              </a:extLst>
            </p:cNvPr>
            <p:cNvSpPr/>
            <p:nvPr/>
          </p:nvSpPr>
          <p:spPr>
            <a:xfrm>
              <a:off x="8323280" y="5152570"/>
              <a:ext cx="5033994" cy="1533071"/>
            </a:xfrm>
            <a:prstGeom prst="roundRect">
              <a:avLst>
                <a:gd name="adj" fmla="val 4309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E89387-CD4E-D13C-2D0D-3C495A544063}"/>
              </a:ext>
            </a:extLst>
          </p:cNvPr>
          <p:cNvGrpSpPr/>
          <p:nvPr/>
        </p:nvGrpSpPr>
        <p:grpSpPr>
          <a:xfrm>
            <a:off x="3185501" y="2389684"/>
            <a:ext cx="10171773" cy="2238288"/>
            <a:chOff x="3185501" y="2770684"/>
            <a:chExt cx="10171773" cy="223828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25EA03C-03AE-DD96-937F-3AA642252464}"/>
                </a:ext>
              </a:extLst>
            </p:cNvPr>
            <p:cNvSpPr/>
            <p:nvPr/>
          </p:nvSpPr>
          <p:spPr>
            <a:xfrm>
              <a:off x="5471886" y="2770685"/>
              <a:ext cx="2681514" cy="2231300"/>
            </a:xfrm>
            <a:prstGeom prst="roundRect">
              <a:avLst>
                <a:gd name="adj" fmla="val 3029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73FC52A-219D-A074-A5EA-3E69C0860E97}"/>
                </a:ext>
              </a:extLst>
            </p:cNvPr>
            <p:cNvSpPr/>
            <p:nvPr/>
          </p:nvSpPr>
          <p:spPr>
            <a:xfrm>
              <a:off x="10675760" y="2777672"/>
              <a:ext cx="2681514" cy="2231300"/>
            </a:xfrm>
            <a:prstGeom prst="roundRect">
              <a:avLst>
                <a:gd name="adj" fmla="val 4309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49223B-5F67-AFF0-F49E-ED8749D19292}"/>
                </a:ext>
              </a:extLst>
            </p:cNvPr>
            <p:cNvSpPr/>
            <p:nvPr/>
          </p:nvSpPr>
          <p:spPr>
            <a:xfrm>
              <a:off x="8323280" y="2770684"/>
              <a:ext cx="2181936" cy="2231300"/>
            </a:xfrm>
            <a:prstGeom prst="roundRect">
              <a:avLst>
                <a:gd name="adj" fmla="val 3145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9D539D2-43F8-6EF6-E11D-48F35AC2AB2C}"/>
                </a:ext>
              </a:extLst>
            </p:cNvPr>
            <p:cNvSpPr/>
            <p:nvPr/>
          </p:nvSpPr>
          <p:spPr>
            <a:xfrm>
              <a:off x="3185501" y="2777672"/>
              <a:ext cx="2115841" cy="2231300"/>
            </a:xfrm>
            <a:prstGeom prst="roundRect">
              <a:avLst>
                <a:gd name="adj" fmla="val 2808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pic>
        <p:nvPicPr>
          <p:cNvPr id="4" name="Picture 3" descr="A blue circle with a white and black logo&#10;&#10;AI-generated content may be incorrect.">
            <a:extLst>
              <a:ext uri="{FF2B5EF4-FFF2-40B4-BE49-F238E27FC236}">
                <a16:creationId xmlns:a16="http://schemas.microsoft.com/office/drawing/2014/main" id="{89862410-EA42-37BA-416E-4E9DE0DD77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6" t="25832" r="1955" b="25834"/>
          <a:stretch/>
        </p:blipFill>
        <p:spPr>
          <a:xfrm>
            <a:off x="8323281" y="1235146"/>
            <a:ext cx="1857039" cy="103346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CE7A838-BD41-AC7F-4B6D-AD0FE097522B}"/>
              </a:ext>
            </a:extLst>
          </p:cNvPr>
          <p:cNvGrpSpPr/>
          <p:nvPr/>
        </p:nvGrpSpPr>
        <p:grpSpPr>
          <a:xfrm>
            <a:off x="3185501" y="1235145"/>
            <a:ext cx="4967899" cy="1027565"/>
            <a:chOff x="3185501" y="1235145"/>
            <a:chExt cx="4967899" cy="139194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C99A515-B173-D784-7FFC-5B6488F2F89E}"/>
                </a:ext>
              </a:extLst>
            </p:cNvPr>
            <p:cNvSpPr/>
            <p:nvPr/>
          </p:nvSpPr>
          <p:spPr>
            <a:xfrm>
              <a:off x="3185501" y="1235145"/>
              <a:ext cx="4967899" cy="1391941"/>
            </a:xfrm>
            <a:prstGeom prst="roundRect">
              <a:avLst>
                <a:gd name="adj" fmla="val 5515"/>
              </a:avLst>
            </a:prstGeom>
            <a:solidFill>
              <a:srgbClr val="9C010A"/>
            </a:solidFill>
            <a:ln>
              <a:noFill/>
            </a:ln>
            <a:effectLst>
              <a:glow rad="63500">
                <a:schemeClr val="bg1">
                  <a:lumMod val="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F443111-5BAB-4656-3E4B-ED41BCDAF6E4}"/>
                </a:ext>
              </a:extLst>
            </p:cNvPr>
            <p:cNvCxnSpPr>
              <a:cxnSpLocks/>
            </p:cNvCxnSpPr>
            <p:nvPr/>
          </p:nvCxnSpPr>
          <p:spPr>
            <a:xfrm>
              <a:off x="5669451" y="1378744"/>
              <a:ext cx="0" cy="1097756"/>
            </a:xfrm>
            <a:prstGeom prst="line">
              <a:avLst/>
            </a:prstGeom>
            <a:ln>
              <a:solidFill>
                <a:schemeClr val="bg1">
                  <a:alpha val="18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D4AA99A5-05CF-F0F2-4E81-9B0C1299EF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t="23354" b="29560"/>
          <a:stretch/>
        </p:blipFill>
        <p:spPr>
          <a:xfrm>
            <a:off x="3185502" y="1235146"/>
            <a:ext cx="1843698" cy="1027564"/>
          </a:xfrm>
          <a:prstGeom prst="rect">
            <a:avLst/>
          </a:prstGeom>
        </p:spPr>
      </p:pic>
      <p:pic>
        <p:nvPicPr>
          <p:cNvPr id="5" name="Picture 4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D23F0A8F-AB8D-355E-EE26-E268E75557B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64814" y="1681430"/>
            <a:ext cx="504508" cy="153546"/>
          </a:xfrm>
          <a:prstGeom prst="rect">
            <a:avLst/>
          </a:prstGeom>
        </p:spPr>
      </p:pic>
      <p:pic>
        <p:nvPicPr>
          <p:cNvPr id="6" name="Picture 5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D009BD0F-5465-1CD5-5DBD-8BFEF94A508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164372" y="1701048"/>
            <a:ext cx="529695" cy="8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9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9C83D-08ED-3BF6-0BB3-0B8E89D0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280916-F36C-7D39-EF25-BE3C6A0CFE7B}"/>
              </a:ext>
            </a:extLst>
          </p:cNvPr>
          <p:cNvSpPr/>
          <p:nvPr/>
        </p:nvSpPr>
        <p:spPr>
          <a:xfrm>
            <a:off x="0" y="-1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116752A-AB00-7058-32A8-7A3D801CF5A6}"/>
              </a:ext>
            </a:extLst>
          </p:cNvPr>
          <p:cNvSpPr/>
          <p:nvPr/>
        </p:nvSpPr>
        <p:spPr>
          <a:xfrm>
            <a:off x="8323280" y="1235146"/>
            <a:ext cx="5033994" cy="1391940"/>
          </a:xfrm>
          <a:prstGeom prst="roundRect">
            <a:avLst>
              <a:gd name="adj" fmla="val 5918"/>
            </a:avLst>
          </a:prstGeom>
          <a:solidFill>
            <a:srgbClr val="0068B3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AFE74B-783D-CEC9-B96B-4CC7456C2615}"/>
              </a:ext>
            </a:extLst>
          </p:cNvPr>
          <p:cNvSpPr/>
          <p:nvPr/>
        </p:nvSpPr>
        <p:spPr>
          <a:xfrm>
            <a:off x="3185501" y="1235145"/>
            <a:ext cx="4967899" cy="1391941"/>
          </a:xfrm>
          <a:prstGeom prst="roundRect">
            <a:avLst>
              <a:gd name="adj" fmla="val 5515"/>
            </a:avLst>
          </a:prstGeom>
          <a:solidFill>
            <a:srgbClr val="9C010A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212B7D-94E2-0017-0D1F-C69AD8713E14}"/>
              </a:ext>
            </a:extLst>
          </p:cNvPr>
          <p:cNvCxnSpPr>
            <a:cxnSpLocks/>
          </p:cNvCxnSpPr>
          <p:nvPr/>
        </p:nvCxnSpPr>
        <p:spPr>
          <a:xfrm>
            <a:off x="4847204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300150C-A582-D2F6-EFBF-8A986EB28B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029" y="2406309"/>
            <a:ext cx="504508" cy="153546"/>
          </a:xfrm>
          <a:prstGeom prst="rect">
            <a:avLst/>
          </a:prstGeom>
        </p:spPr>
      </p:pic>
      <p:pic>
        <p:nvPicPr>
          <p:cNvPr id="20" name="Picture 1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26FE3058-1D4F-ED5D-D14D-8465C05D2F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423442"/>
            <a:ext cx="708927" cy="11928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A6E819-8162-1AE1-1208-91551F62F8EF}"/>
              </a:ext>
            </a:extLst>
          </p:cNvPr>
          <p:cNvCxnSpPr>
            <a:cxnSpLocks/>
          </p:cNvCxnSpPr>
          <p:nvPr/>
        </p:nvCxnSpPr>
        <p:spPr>
          <a:xfrm>
            <a:off x="6508565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F2F084-A6B3-A935-79E2-73B9B6FCBF8D}"/>
              </a:ext>
            </a:extLst>
          </p:cNvPr>
          <p:cNvCxnSpPr>
            <a:cxnSpLocks/>
          </p:cNvCxnSpPr>
          <p:nvPr/>
        </p:nvCxnSpPr>
        <p:spPr>
          <a:xfrm>
            <a:off x="9977015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55AACD-8BF0-0457-073E-0C3B4D03A1B9}"/>
              </a:ext>
            </a:extLst>
          </p:cNvPr>
          <p:cNvCxnSpPr>
            <a:cxnSpLocks/>
          </p:cNvCxnSpPr>
          <p:nvPr/>
        </p:nvCxnSpPr>
        <p:spPr>
          <a:xfrm>
            <a:off x="11650946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74A007F-8BEA-6B0D-E14E-2EB56F8E7711}"/>
              </a:ext>
            </a:extLst>
          </p:cNvPr>
          <p:cNvSpPr/>
          <p:nvPr/>
        </p:nvSpPr>
        <p:spPr>
          <a:xfrm>
            <a:off x="3185501" y="5676902"/>
            <a:ext cx="4967899" cy="3208018"/>
          </a:xfrm>
          <a:prstGeom prst="roundRect">
            <a:avLst>
              <a:gd name="adj" fmla="val 2172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CB14747-5D28-CCE8-8FB3-D14F3733E4BE}"/>
              </a:ext>
            </a:extLst>
          </p:cNvPr>
          <p:cNvSpPr/>
          <p:nvPr/>
        </p:nvSpPr>
        <p:spPr>
          <a:xfrm>
            <a:off x="8323280" y="5669911"/>
            <a:ext cx="5033994" cy="3208018"/>
          </a:xfrm>
          <a:prstGeom prst="roundRect">
            <a:avLst>
              <a:gd name="adj" fmla="val 2524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6715765-BA0F-C6D1-4698-3B5DB9BB9189}"/>
              </a:ext>
            </a:extLst>
          </p:cNvPr>
          <p:cNvSpPr/>
          <p:nvPr/>
        </p:nvSpPr>
        <p:spPr>
          <a:xfrm>
            <a:off x="3185501" y="2770684"/>
            <a:ext cx="4967899" cy="2755631"/>
          </a:xfrm>
          <a:prstGeom prst="roundRect">
            <a:avLst>
              <a:gd name="adj" fmla="val 320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7EBA0E9-C93C-C923-6768-54297BE1C656}"/>
              </a:ext>
            </a:extLst>
          </p:cNvPr>
          <p:cNvSpPr/>
          <p:nvPr/>
        </p:nvSpPr>
        <p:spPr>
          <a:xfrm>
            <a:off x="8323280" y="2770683"/>
            <a:ext cx="5033994" cy="2755631"/>
          </a:xfrm>
          <a:prstGeom prst="roundRect">
            <a:avLst>
              <a:gd name="adj" fmla="val 2650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6" name="Picture 5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C5BC6E43-5450-AFDB-E1BB-D06D97745A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t="23354" b="21207"/>
          <a:stretch/>
        </p:blipFill>
        <p:spPr>
          <a:xfrm>
            <a:off x="3185501" y="1235145"/>
            <a:ext cx="2121232" cy="1391941"/>
          </a:xfrm>
          <a:prstGeom prst="rect">
            <a:avLst/>
          </a:prstGeom>
        </p:spPr>
      </p:pic>
      <p:pic>
        <p:nvPicPr>
          <p:cNvPr id="9" name="Picture 8" descr="A blue circle with a white and black logo&#10;&#10;AI-generated content may be incorrect.">
            <a:extLst>
              <a:ext uri="{FF2B5EF4-FFF2-40B4-BE49-F238E27FC236}">
                <a16:creationId xmlns:a16="http://schemas.microsoft.com/office/drawing/2014/main" id="{18DD07C2-EE35-55DF-F774-F1EF6EE5D85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6" t="25832" r="1955" b="25834"/>
          <a:stretch/>
        </p:blipFill>
        <p:spPr>
          <a:xfrm>
            <a:off x="8323280" y="1235145"/>
            <a:ext cx="2488639" cy="138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7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E4859-345E-34B8-B87E-3B3F8BBE8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144B01-F435-035D-8416-473395C1B502}"/>
              </a:ext>
            </a:extLst>
          </p:cNvPr>
          <p:cNvSpPr/>
          <p:nvPr/>
        </p:nvSpPr>
        <p:spPr>
          <a:xfrm>
            <a:off x="0" y="0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20" name="Picture 1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F2E7777-EE66-3F94-CA4D-C7D188B944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423442"/>
            <a:ext cx="708927" cy="11928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361A4C-BA07-AF25-4791-7B113CA37ED4}"/>
              </a:ext>
            </a:extLst>
          </p:cNvPr>
          <p:cNvCxnSpPr>
            <a:cxnSpLocks/>
          </p:cNvCxnSpPr>
          <p:nvPr/>
        </p:nvCxnSpPr>
        <p:spPr>
          <a:xfrm>
            <a:off x="9977015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B702B10-47DC-5C55-5473-E1AA99D29289}"/>
              </a:ext>
            </a:extLst>
          </p:cNvPr>
          <p:cNvCxnSpPr>
            <a:cxnSpLocks/>
          </p:cNvCxnSpPr>
          <p:nvPr/>
        </p:nvCxnSpPr>
        <p:spPr>
          <a:xfrm>
            <a:off x="11650946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B8B8C8-26ED-A449-EC01-C3F1D98585BD}"/>
              </a:ext>
            </a:extLst>
          </p:cNvPr>
          <p:cNvSpPr/>
          <p:nvPr/>
        </p:nvSpPr>
        <p:spPr>
          <a:xfrm>
            <a:off x="3166793" y="1232606"/>
            <a:ext cx="10190477" cy="864000"/>
          </a:xfrm>
          <a:prstGeom prst="roundRect">
            <a:avLst>
              <a:gd name="adj" fmla="val 7147"/>
            </a:avLst>
          </a:prstGeom>
          <a:solidFill>
            <a:srgbClr val="9C010A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2182FA-DBF9-CDEB-2659-47A621D76039}"/>
              </a:ext>
            </a:extLst>
          </p:cNvPr>
          <p:cNvSpPr/>
          <p:nvPr/>
        </p:nvSpPr>
        <p:spPr>
          <a:xfrm>
            <a:off x="3166793" y="4768288"/>
            <a:ext cx="10190477" cy="864000"/>
          </a:xfrm>
          <a:prstGeom prst="roundRect">
            <a:avLst>
              <a:gd name="adj" fmla="val 6596"/>
            </a:avLst>
          </a:prstGeom>
          <a:solidFill>
            <a:srgbClr val="0068B3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7" name="Picture 16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B5392EC8-C078-44A3-72AB-3087E3AB17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2" t="23826" b="23826"/>
          <a:stretch/>
        </p:blipFill>
        <p:spPr>
          <a:xfrm>
            <a:off x="3166793" y="1232606"/>
            <a:ext cx="1573800" cy="864000"/>
          </a:xfrm>
          <a:prstGeom prst="rect">
            <a:avLst/>
          </a:prstGeom>
        </p:spPr>
      </p:pic>
      <p:pic>
        <p:nvPicPr>
          <p:cNvPr id="18" name="Picture 1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255CC4E8-02DE-CCD8-DEC6-D1DD651C9E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26"/>
          <a:stretch/>
        </p:blipFill>
        <p:spPr>
          <a:xfrm>
            <a:off x="3338514" y="1502471"/>
            <a:ext cx="790573" cy="334363"/>
          </a:xfrm>
          <a:prstGeom prst="rect">
            <a:avLst/>
          </a:prstGeom>
        </p:spPr>
      </p:pic>
      <p:pic>
        <p:nvPicPr>
          <p:cNvPr id="22" name="Picture 21" descr="A blue circle with a white and black logo&#10;&#10;AI-generated content may be incorrect.">
            <a:extLst>
              <a:ext uri="{FF2B5EF4-FFF2-40B4-BE49-F238E27FC236}">
                <a16:creationId xmlns:a16="http://schemas.microsoft.com/office/drawing/2014/main" id="{76221A53-7C8B-0D77-1F4E-E37BF4BFADC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3" t="27063" r="8432" b="29287"/>
          <a:stretch/>
        </p:blipFill>
        <p:spPr>
          <a:xfrm>
            <a:off x="3234610" y="4768288"/>
            <a:ext cx="1722454" cy="864000"/>
          </a:xfrm>
          <a:prstGeom prst="rect">
            <a:avLst/>
          </a:prstGeom>
        </p:spPr>
      </p:pic>
      <p:pic>
        <p:nvPicPr>
          <p:cNvPr id="25" name="Picture 24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10DBBC42-B879-AED2-95AA-CC467E5F37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21" y="5117938"/>
            <a:ext cx="972777" cy="1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27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03EAF-E322-FF9D-AAB6-69CF6F8E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368A33-1CD3-02C1-4776-9E15957E5618}"/>
              </a:ext>
            </a:extLst>
          </p:cNvPr>
          <p:cNvSpPr/>
          <p:nvPr/>
        </p:nvSpPr>
        <p:spPr>
          <a:xfrm>
            <a:off x="0" y="0"/>
            <a:ext cx="2865120" cy="91440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20" name="Picture 1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9375ABD0-E426-CCE8-08C5-FC126D48CD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311" y="2423442"/>
            <a:ext cx="708927" cy="11928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DC4773B-A308-6C8B-7E0B-268578222EC8}"/>
              </a:ext>
            </a:extLst>
          </p:cNvPr>
          <p:cNvCxnSpPr>
            <a:cxnSpLocks/>
          </p:cNvCxnSpPr>
          <p:nvPr/>
        </p:nvCxnSpPr>
        <p:spPr>
          <a:xfrm>
            <a:off x="9977015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398D05-8CEC-87D8-ECF2-7F205EA7D5DE}"/>
              </a:ext>
            </a:extLst>
          </p:cNvPr>
          <p:cNvCxnSpPr>
            <a:cxnSpLocks/>
          </p:cNvCxnSpPr>
          <p:nvPr/>
        </p:nvCxnSpPr>
        <p:spPr>
          <a:xfrm>
            <a:off x="11650946" y="1378744"/>
            <a:ext cx="0" cy="1097756"/>
          </a:xfrm>
          <a:prstGeom prst="line">
            <a:avLst/>
          </a:prstGeom>
          <a:ln>
            <a:solidFill>
              <a:schemeClr val="bg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5B0266-B53F-27F5-C0BE-C2DBD628F1A5}"/>
              </a:ext>
            </a:extLst>
          </p:cNvPr>
          <p:cNvSpPr/>
          <p:nvPr/>
        </p:nvSpPr>
        <p:spPr>
          <a:xfrm>
            <a:off x="3166793" y="1232606"/>
            <a:ext cx="10190477" cy="864000"/>
          </a:xfrm>
          <a:prstGeom prst="roundRect">
            <a:avLst>
              <a:gd name="adj" fmla="val 7147"/>
            </a:avLst>
          </a:prstGeom>
          <a:solidFill>
            <a:srgbClr val="9C010A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CF00F3-3A51-9592-D1A8-3B8BCDA5B9E1}"/>
              </a:ext>
            </a:extLst>
          </p:cNvPr>
          <p:cNvSpPr/>
          <p:nvPr/>
        </p:nvSpPr>
        <p:spPr>
          <a:xfrm>
            <a:off x="3166793" y="4768288"/>
            <a:ext cx="10190477" cy="864000"/>
          </a:xfrm>
          <a:prstGeom prst="roundRect">
            <a:avLst>
              <a:gd name="adj" fmla="val 6596"/>
            </a:avLst>
          </a:prstGeom>
          <a:solidFill>
            <a:srgbClr val="0068B3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7" name="Picture 16" descr="A red star with lines in the middle&#10;&#10;AI-generated content may be incorrect.">
            <a:extLst>
              <a:ext uri="{FF2B5EF4-FFF2-40B4-BE49-F238E27FC236}">
                <a16:creationId xmlns:a16="http://schemas.microsoft.com/office/drawing/2014/main" id="{933A75B8-D085-5D47-3719-49FEF95096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2" t="23826" b="23826"/>
          <a:stretch/>
        </p:blipFill>
        <p:spPr>
          <a:xfrm>
            <a:off x="3166793" y="1232606"/>
            <a:ext cx="1573800" cy="864000"/>
          </a:xfrm>
          <a:prstGeom prst="rect">
            <a:avLst/>
          </a:prstGeom>
        </p:spPr>
      </p:pic>
      <p:pic>
        <p:nvPicPr>
          <p:cNvPr id="18" name="Picture 1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B6609BA-39AF-F3D9-0DA4-7CADC9A2BDD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26"/>
          <a:stretch/>
        </p:blipFill>
        <p:spPr>
          <a:xfrm>
            <a:off x="3338514" y="1502471"/>
            <a:ext cx="790573" cy="334363"/>
          </a:xfrm>
          <a:prstGeom prst="rect">
            <a:avLst/>
          </a:prstGeom>
        </p:spPr>
      </p:pic>
      <p:pic>
        <p:nvPicPr>
          <p:cNvPr id="22" name="Picture 21" descr="A blue circle with a white and black logo&#10;&#10;AI-generated content may be incorrect.">
            <a:extLst>
              <a:ext uri="{FF2B5EF4-FFF2-40B4-BE49-F238E27FC236}">
                <a16:creationId xmlns:a16="http://schemas.microsoft.com/office/drawing/2014/main" id="{7350ABC0-F932-9D6D-FBDC-C6730251248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3" t="27063" r="8432" b="29287"/>
          <a:stretch/>
        </p:blipFill>
        <p:spPr>
          <a:xfrm>
            <a:off x="3234610" y="4768288"/>
            <a:ext cx="1722454" cy="864000"/>
          </a:xfrm>
          <a:prstGeom prst="rect">
            <a:avLst/>
          </a:prstGeom>
        </p:spPr>
      </p:pic>
      <p:pic>
        <p:nvPicPr>
          <p:cNvPr id="25" name="Picture 24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005B84A9-8B1E-552C-527D-DCFF650339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21" y="5117938"/>
            <a:ext cx="972777" cy="16367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1AD79-8C3E-A617-6D7C-69706920F3D6}"/>
              </a:ext>
            </a:extLst>
          </p:cNvPr>
          <p:cNvSpPr/>
          <p:nvPr/>
        </p:nvSpPr>
        <p:spPr>
          <a:xfrm>
            <a:off x="9432000" y="2196000"/>
            <a:ext cx="3883070" cy="2466488"/>
          </a:xfrm>
          <a:prstGeom prst="roundRect">
            <a:avLst>
              <a:gd name="adj" fmla="val 320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D068A4-D2C7-E735-24F5-D73BF82B557F}"/>
              </a:ext>
            </a:extLst>
          </p:cNvPr>
          <p:cNvSpPr/>
          <p:nvPr/>
        </p:nvSpPr>
        <p:spPr>
          <a:xfrm>
            <a:off x="9432000" y="5738088"/>
            <a:ext cx="3883070" cy="2466488"/>
          </a:xfrm>
          <a:prstGeom prst="roundRect">
            <a:avLst>
              <a:gd name="adj" fmla="val 3203"/>
            </a:avLst>
          </a:prstGeom>
          <a:solidFill>
            <a:schemeClr val="bg1"/>
          </a:solidFill>
          <a:ln>
            <a:noFill/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2840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8838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 Hareshkumar Rana</dc:creator>
  <cp:lastModifiedBy>Smit Hareshkumar Rana</cp:lastModifiedBy>
  <cp:revision>16</cp:revision>
  <dcterms:created xsi:type="dcterms:W3CDTF">2025-02-17T21:54:47Z</dcterms:created>
  <dcterms:modified xsi:type="dcterms:W3CDTF">2025-03-31T04:23:23Z</dcterms:modified>
</cp:coreProperties>
</file>