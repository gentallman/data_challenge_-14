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59" r:id="rId4"/>
    <p:sldId id="258" r:id="rId5"/>
    <p:sldId id="262" r:id="rId6"/>
    <p:sldId id="263" r:id="rId7"/>
    <p:sldId id="264" r:id="rId8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8B3"/>
    <a:srgbClr val="9C010A"/>
    <a:srgbClr val="F7F7F7"/>
    <a:srgbClr val="FFFFFF"/>
    <a:srgbClr val="F6FAFD"/>
    <a:srgbClr val="F6F8FA"/>
    <a:srgbClr val="F90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4660"/>
  </p:normalViewPr>
  <p:slideViewPr>
    <p:cSldViewPr snapToGrid="0">
      <p:cViewPr>
        <p:scale>
          <a:sx n="75" d="100"/>
          <a:sy n="75" d="100"/>
        </p:scale>
        <p:origin x="8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59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115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6906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126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86836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1386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463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435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316569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592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316569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1085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089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4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4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465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6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F206D-8D73-4876-BA7F-A0E206242D46}" type="datetimeFigureOut">
              <a:rPr lang="en-CA" smtClean="0"/>
              <a:t>2025-03-22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28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5B1499-EF5E-4915-C58A-8BC3C6884B0A}"/>
              </a:ext>
            </a:extLst>
          </p:cNvPr>
          <p:cNvSpPr/>
          <p:nvPr/>
        </p:nvSpPr>
        <p:spPr>
          <a:xfrm>
            <a:off x="2904949" y="950311"/>
            <a:ext cx="10556110" cy="7974957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3EF14E-DEFE-72BE-C688-EEA64A5877D8}"/>
              </a:ext>
            </a:extLst>
          </p:cNvPr>
          <p:cNvSpPr/>
          <p:nvPr/>
        </p:nvSpPr>
        <p:spPr>
          <a:xfrm>
            <a:off x="3075354" y="1110686"/>
            <a:ext cx="10190480" cy="2905760"/>
          </a:xfrm>
          <a:prstGeom prst="roundRect">
            <a:avLst>
              <a:gd name="adj" fmla="val 6177"/>
            </a:avLst>
          </a:prstGeom>
          <a:solidFill>
            <a:srgbClr val="F6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D801B6-1945-79F1-0073-634D84F3F6D2}"/>
              </a:ext>
            </a:extLst>
          </p:cNvPr>
          <p:cNvSpPr/>
          <p:nvPr/>
        </p:nvSpPr>
        <p:spPr>
          <a:xfrm>
            <a:off x="8251874" y="1240226"/>
            <a:ext cx="4869180" cy="2214880"/>
          </a:xfrm>
          <a:prstGeom prst="roundRect">
            <a:avLst>
              <a:gd name="adj" fmla="val 6177"/>
            </a:avLst>
          </a:prstGeom>
          <a:solidFill>
            <a:srgbClr val="0068B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1B11A2-FF12-01F6-1FA3-BD4DF802B5A4}"/>
              </a:ext>
            </a:extLst>
          </p:cNvPr>
          <p:cNvSpPr/>
          <p:nvPr/>
        </p:nvSpPr>
        <p:spPr>
          <a:xfrm>
            <a:off x="3215054" y="1240226"/>
            <a:ext cx="4869180" cy="2214880"/>
          </a:xfrm>
          <a:prstGeom prst="roundRect">
            <a:avLst>
              <a:gd name="adj" fmla="val 6177"/>
            </a:avLst>
          </a:prstGeom>
          <a:solidFill>
            <a:srgbClr val="9C01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236A65-4F5E-AF28-F7F3-A7A45C3EE8BD}"/>
              </a:ext>
            </a:extLst>
          </p:cNvPr>
          <p:cNvSpPr/>
          <p:nvPr/>
        </p:nvSpPr>
        <p:spPr>
          <a:xfrm>
            <a:off x="3075354" y="4145986"/>
            <a:ext cx="2184400" cy="2400300"/>
          </a:xfrm>
          <a:prstGeom prst="roundRect">
            <a:avLst>
              <a:gd name="adj" fmla="val 6177"/>
            </a:avLst>
          </a:prstGeom>
          <a:solidFill>
            <a:srgbClr val="F6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5F1485-E105-088E-7F59-9372C7471609}"/>
              </a:ext>
            </a:extLst>
          </p:cNvPr>
          <p:cNvSpPr/>
          <p:nvPr/>
        </p:nvSpPr>
        <p:spPr>
          <a:xfrm>
            <a:off x="5412154" y="4145986"/>
            <a:ext cx="2672080" cy="2400300"/>
          </a:xfrm>
          <a:prstGeom prst="roundRect">
            <a:avLst>
              <a:gd name="adj" fmla="val 6177"/>
            </a:avLst>
          </a:prstGeom>
          <a:solidFill>
            <a:srgbClr val="F6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3D8BDF-E1A8-B1FD-689E-D0EE0273842F}"/>
              </a:ext>
            </a:extLst>
          </p:cNvPr>
          <p:cNvSpPr/>
          <p:nvPr/>
        </p:nvSpPr>
        <p:spPr>
          <a:xfrm>
            <a:off x="3075354" y="6675826"/>
            <a:ext cx="5008880" cy="2054860"/>
          </a:xfrm>
          <a:prstGeom prst="roundRect">
            <a:avLst>
              <a:gd name="adj" fmla="val 6177"/>
            </a:avLst>
          </a:prstGeom>
          <a:solidFill>
            <a:srgbClr val="F6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8B13933-76AE-AA32-B2CC-E2374B106118}"/>
              </a:ext>
            </a:extLst>
          </p:cNvPr>
          <p:cNvSpPr/>
          <p:nvPr/>
        </p:nvSpPr>
        <p:spPr>
          <a:xfrm>
            <a:off x="8256954" y="4145986"/>
            <a:ext cx="2184400" cy="2400300"/>
          </a:xfrm>
          <a:prstGeom prst="roundRect">
            <a:avLst>
              <a:gd name="adj" fmla="val 6177"/>
            </a:avLst>
          </a:prstGeom>
          <a:solidFill>
            <a:srgbClr val="F6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065485-CA0C-BB62-EC30-84292348BE59}"/>
              </a:ext>
            </a:extLst>
          </p:cNvPr>
          <p:cNvSpPr/>
          <p:nvPr/>
        </p:nvSpPr>
        <p:spPr>
          <a:xfrm>
            <a:off x="10593754" y="4145986"/>
            <a:ext cx="2672080" cy="2400300"/>
          </a:xfrm>
          <a:prstGeom prst="roundRect">
            <a:avLst>
              <a:gd name="adj" fmla="val 6177"/>
            </a:avLst>
          </a:prstGeom>
          <a:solidFill>
            <a:srgbClr val="F6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EACA3F4-F70C-3AFC-5ECD-715DFBAC87E8}"/>
              </a:ext>
            </a:extLst>
          </p:cNvPr>
          <p:cNvSpPr/>
          <p:nvPr/>
        </p:nvSpPr>
        <p:spPr>
          <a:xfrm>
            <a:off x="8256954" y="6675826"/>
            <a:ext cx="5008880" cy="2054860"/>
          </a:xfrm>
          <a:prstGeom prst="roundRect">
            <a:avLst>
              <a:gd name="adj" fmla="val 6177"/>
            </a:avLst>
          </a:prstGeom>
          <a:solidFill>
            <a:srgbClr val="F6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964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85547-A16D-315E-039C-E7E0BCD50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4F5321-E007-804C-C945-C17D5F8EBAD7}"/>
              </a:ext>
            </a:extLst>
          </p:cNvPr>
          <p:cNvSpPr/>
          <p:nvPr/>
        </p:nvSpPr>
        <p:spPr>
          <a:xfrm>
            <a:off x="3166794" y="1232606"/>
            <a:ext cx="10190480" cy="2905760"/>
          </a:xfrm>
          <a:prstGeom prst="roundRect">
            <a:avLst>
              <a:gd name="adj" fmla="val 617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09EA00-B14D-A3E8-E991-F5BBF0FB231B}"/>
              </a:ext>
            </a:extLst>
          </p:cNvPr>
          <p:cNvSpPr/>
          <p:nvPr/>
        </p:nvSpPr>
        <p:spPr>
          <a:xfrm>
            <a:off x="3166794" y="4267906"/>
            <a:ext cx="2184400" cy="2400300"/>
          </a:xfrm>
          <a:prstGeom prst="roundRect">
            <a:avLst>
              <a:gd name="adj" fmla="val 617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189CE8-1937-2439-304B-AE1F8C57D2DF}"/>
              </a:ext>
            </a:extLst>
          </p:cNvPr>
          <p:cNvSpPr/>
          <p:nvPr/>
        </p:nvSpPr>
        <p:spPr>
          <a:xfrm>
            <a:off x="5503594" y="4267906"/>
            <a:ext cx="2672080" cy="2400300"/>
          </a:xfrm>
          <a:prstGeom prst="roundRect">
            <a:avLst>
              <a:gd name="adj" fmla="val 617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1B2DF12-526D-F079-00DD-864A788C4DD5}"/>
              </a:ext>
            </a:extLst>
          </p:cNvPr>
          <p:cNvSpPr/>
          <p:nvPr/>
        </p:nvSpPr>
        <p:spPr>
          <a:xfrm>
            <a:off x="3166794" y="6797746"/>
            <a:ext cx="5008880" cy="2087174"/>
          </a:xfrm>
          <a:prstGeom prst="roundRect">
            <a:avLst>
              <a:gd name="adj" fmla="val 617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C39A54-85C1-B329-4531-361433729D00}"/>
              </a:ext>
            </a:extLst>
          </p:cNvPr>
          <p:cNvSpPr/>
          <p:nvPr/>
        </p:nvSpPr>
        <p:spPr>
          <a:xfrm>
            <a:off x="8348394" y="4267906"/>
            <a:ext cx="2184400" cy="2400300"/>
          </a:xfrm>
          <a:prstGeom prst="roundRect">
            <a:avLst>
              <a:gd name="adj" fmla="val 617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41B02F-039A-8800-8D31-7320BEF76816}"/>
              </a:ext>
            </a:extLst>
          </p:cNvPr>
          <p:cNvSpPr/>
          <p:nvPr/>
        </p:nvSpPr>
        <p:spPr>
          <a:xfrm>
            <a:off x="10685194" y="4267906"/>
            <a:ext cx="2672080" cy="2400300"/>
          </a:xfrm>
          <a:prstGeom prst="roundRect">
            <a:avLst>
              <a:gd name="adj" fmla="val 617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F354863-7DAE-3DDC-FE77-317E4A072468}"/>
              </a:ext>
            </a:extLst>
          </p:cNvPr>
          <p:cNvSpPr/>
          <p:nvPr/>
        </p:nvSpPr>
        <p:spPr>
          <a:xfrm>
            <a:off x="8348394" y="6797746"/>
            <a:ext cx="5008880" cy="2087174"/>
          </a:xfrm>
          <a:prstGeom prst="roundRect">
            <a:avLst>
              <a:gd name="adj" fmla="val 617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622EEB-122F-7D9E-5260-5339BA9568CE}"/>
              </a:ext>
            </a:extLst>
          </p:cNvPr>
          <p:cNvSpPr/>
          <p:nvPr/>
        </p:nvSpPr>
        <p:spPr>
          <a:xfrm>
            <a:off x="0" y="-1"/>
            <a:ext cx="2865120" cy="9144001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15141E-63D2-1846-7343-D90871585A7F}"/>
              </a:ext>
            </a:extLst>
          </p:cNvPr>
          <p:cNvSpPr/>
          <p:nvPr/>
        </p:nvSpPr>
        <p:spPr>
          <a:xfrm>
            <a:off x="3306494" y="1362146"/>
            <a:ext cx="4869180" cy="2214880"/>
          </a:xfrm>
          <a:prstGeom prst="roundRect">
            <a:avLst>
              <a:gd name="adj" fmla="val 6177"/>
            </a:avLst>
          </a:prstGeom>
          <a:solidFill>
            <a:srgbClr val="9C01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2298B35-D134-8A39-679F-A80C4C855915}"/>
              </a:ext>
            </a:extLst>
          </p:cNvPr>
          <p:cNvGrpSpPr/>
          <p:nvPr/>
        </p:nvGrpSpPr>
        <p:grpSpPr>
          <a:xfrm>
            <a:off x="8343314" y="1362146"/>
            <a:ext cx="4869180" cy="2214880"/>
            <a:chOff x="8343314" y="1362146"/>
            <a:chExt cx="4869180" cy="221488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A9BD223-1482-A12C-D11A-4FB4270F16B5}"/>
                </a:ext>
              </a:extLst>
            </p:cNvPr>
            <p:cNvSpPr/>
            <p:nvPr/>
          </p:nvSpPr>
          <p:spPr>
            <a:xfrm>
              <a:off x="8343314" y="1362146"/>
              <a:ext cx="4869180" cy="2214880"/>
            </a:xfrm>
            <a:prstGeom prst="roundRect">
              <a:avLst>
                <a:gd name="adj" fmla="val 6177"/>
              </a:avLst>
            </a:prstGeom>
            <a:solidFill>
              <a:srgbClr val="0068B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pic>
          <p:nvPicPr>
            <p:cNvPr id="6" name="Picture 5" descr="A blue circle with a white and black logo&#10;&#10;AI-generated content may be incorrect.">
              <a:extLst>
                <a:ext uri="{FF2B5EF4-FFF2-40B4-BE49-F238E27FC236}">
                  <a16:creationId xmlns:a16="http://schemas.microsoft.com/office/drawing/2014/main" id="{6105641E-A3F4-9B5E-B79E-35FF43422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863" t="18037" r="1955" b="18038"/>
            <a:stretch/>
          </p:blipFill>
          <p:spPr>
            <a:xfrm>
              <a:off x="8343314" y="1362146"/>
              <a:ext cx="3112086" cy="2214880"/>
            </a:xfrm>
            <a:prstGeom prst="rect">
              <a:avLst/>
            </a:prstGeom>
          </p:spPr>
        </p:pic>
      </p:grpSp>
      <p:pic>
        <p:nvPicPr>
          <p:cNvPr id="4" name="Picture 3" descr="A red star with lines in the middle&#10;&#10;AI-generated content may be incorrect.">
            <a:extLst>
              <a:ext uri="{FF2B5EF4-FFF2-40B4-BE49-F238E27FC236}">
                <a16:creationId xmlns:a16="http://schemas.microsoft.com/office/drawing/2014/main" id="{F4F0CF71-5E4B-E44F-369A-63EFD6D105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11" t="18014" b="20928"/>
          <a:stretch/>
        </p:blipFill>
        <p:spPr>
          <a:xfrm>
            <a:off x="3306494" y="1362146"/>
            <a:ext cx="3056926" cy="221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24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BB9DF-9BEF-06C7-957E-2EAAB1A96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9986DE7-FFA9-AE7D-0471-58CF53EB08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865120" cy="9144001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B15AE2F-EEC8-BE0E-9BE5-B46C61DEC5BE}"/>
              </a:ext>
            </a:extLst>
          </p:cNvPr>
          <p:cNvSpPr/>
          <p:nvPr/>
        </p:nvSpPr>
        <p:spPr>
          <a:xfrm>
            <a:off x="3166794" y="1232606"/>
            <a:ext cx="5011850" cy="936554"/>
          </a:xfrm>
          <a:prstGeom prst="roundRect">
            <a:avLst>
              <a:gd name="adj" fmla="val 14313"/>
            </a:avLst>
          </a:prstGeom>
          <a:solidFill>
            <a:srgbClr val="9C010A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4170ACB-EEE3-EEB1-45FD-77DA9A83F1D5}"/>
              </a:ext>
            </a:extLst>
          </p:cNvPr>
          <p:cNvSpPr/>
          <p:nvPr/>
        </p:nvSpPr>
        <p:spPr>
          <a:xfrm>
            <a:off x="3166794" y="2329886"/>
            <a:ext cx="10184694" cy="3552754"/>
          </a:xfrm>
          <a:prstGeom prst="roundRect">
            <a:avLst>
              <a:gd name="adj" fmla="val 3603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22ABE7-5D46-4E07-DAF9-10286EC4DB8C}"/>
              </a:ext>
            </a:extLst>
          </p:cNvPr>
          <p:cNvSpPr/>
          <p:nvPr/>
        </p:nvSpPr>
        <p:spPr>
          <a:xfrm>
            <a:off x="8339638" y="1232606"/>
            <a:ext cx="5011850" cy="936554"/>
          </a:xfrm>
          <a:prstGeom prst="roundRect">
            <a:avLst>
              <a:gd name="adj" fmla="val 14313"/>
            </a:avLst>
          </a:prstGeom>
          <a:solidFill>
            <a:srgbClr val="0068B3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B131778-0410-4229-3574-1C31DC753BFF}"/>
              </a:ext>
            </a:extLst>
          </p:cNvPr>
          <p:cNvSpPr/>
          <p:nvPr/>
        </p:nvSpPr>
        <p:spPr>
          <a:xfrm>
            <a:off x="8339638" y="6043366"/>
            <a:ext cx="5011850" cy="2841554"/>
          </a:xfrm>
          <a:prstGeom prst="roundRect">
            <a:avLst>
              <a:gd name="adj" fmla="val 3603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70B856D-09A4-F609-20FF-0657B1B2B851}"/>
              </a:ext>
            </a:extLst>
          </p:cNvPr>
          <p:cNvSpPr/>
          <p:nvPr/>
        </p:nvSpPr>
        <p:spPr>
          <a:xfrm>
            <a:off x="3166794" y="6043366"/>
            <a:ext cx="5011850" cy="2841554"/>
          </a:xfrm>
          <a:prstGeom prst="roundRect">
            <a:avLst>
              <a:gd name="adj" fmla="val 3603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56D3AEB0-9E31-2ECA-F165-47B5F7D532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029" y="1956729"/>
            <a:ext cx="504508" cy="153546"/>
          </a:xfrm>
          <a:prstGeom prst="rect">
            <a:avLst/>
          </a:prstGeom>
        </p:spPr>
      </p:pic>
      <p:pic>
        <p:nvPicPr>
          <p:cNvPr id="6" name="Picture 5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506B8699-A8C2-F8DD-32DD-DF0CD46F3E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11" y="1973862"/>
            <a:ext cx="708927" cy="11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5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AA9AA-A564-358E-1420-936B520F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428B75-AEBD-7933-362F-FD54EC9034B6}"/>
              </a:ext>
            </a:extLst>
          </p:cNvPr>
          <p:cNvSpPr/>
          <p:nvPr/>
        </p:nvSpPr>
        <p:spPr>
          <a:xfrm>
            <a:off x="3185501" y="5676902"/>
            <a:ext cx="4967899" cy="3208018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BAE0DC-9302-9BBB-356D-97A21085124A}"/>
              </a:ext>
            </a:extLst>
          </p:cNvPr>
          <p:cNvSpPr/>
          <p:nvPr/>
        </p:nvSpPr>
        <p:spPr>
          <a:xfrm>
            <a:off x="0" y="-1"/>
            <a:ext cx="2865120" cy="9144001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6624E3D-0CC1-EE30-1F5D-EC6A5FD9BF81}"/>
              </a:ext>
            </a:extLst>
          </p:cNvPr>
          <p:cNvSpPr/>
          <p:nvPr/>
        </p:nvSpPr>
        <p:spPr>
          <a:xfrm>
            <a:off x="8323280" y="1235146"/>
            <a:ext cx="5033994" cy="1101654"/>
          </a:xfrm>
          <a:prstGeom prst="roundRect">
            <a:avLst>
              <a:gd name="adj" fmla="val 11018"/>
            </a:avLst>
          </a:prstGeom>
          <a:solidFill>
            <a:srgbClr val="0068B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0E39F2B-9208-4BF1-759F-F03DDB7C7679}"/>
              </a:ext>
            </a:extLst>
          </p:cNvPr>
          <p:cNvSpPr/>
          <p:nvPr/>
        </p:nvSpPr>
        <p:spPr>
          <a:xfrm>
            <a:off x="8323281" y="5676902"/>
            <a:ext cx="5033994" cy="3208018"/>
          </a:xfrm>
          <a:prstGeom prst="roundRect">
            <a:avLst>
              <a:gd name="adj" fmla="val 418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D93462-3C47-4BE3-8EF2-4C4EC64B09CF}"/>
              </a:ext>
            </a:extLst>
          </p:cNvPr>
          <p:cNvSpPr/>
          <p:nvPr/>
        </p:nvSpPr>
        <p:spPr>
          <a:xfrm>
            <a:off x="3185501" y="1235145"/>
            <a:ext cx="4967899" cy="1101655"/>
          </a:xfrm>
          <a:prstGeom prst="roundRect">
            <a:avLst>
              <a:gd name="adj" fmla="val 11278"/>
            </a:avLst>
          </a:prstGeom>
          <a:solidFill>
            <a:srgbClr val="9C01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14A296-12ED-5C5C-054F-1DBA7B6B83CA}"/>
              </a:ext>
            </a:extLst>
          </p:cNvPr>
          <p:cNvSpPr/>
          <p:nvPr/>
        </p:nvSpPr>
        <p:spPr>
          <a:xfrm>
            <a:off x="3185500" y="2489201"/>
            <a:ext cx="4967899" cy="3035300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4331F5-7735-EC45-4B06-4C88B5E08BBA}"/>
              </a:ext>
            </a:extLst>
          </p:cNvPr>
          <p:cNvSpPr/>
          <p:nvPr/>
        </p:nvSpPr>
        <p:spPr>
          <a:xfrm>
            <a:off x="8323279" y="2489201"/>
            <a:ext cx="5033994" cy="3035300"/>
          </a:xfrm>
          <a:prstGeom prst="roundRect">
            <a:avLst>
              <a:gd name="adj" fmla="val 4283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3E8C59-733C-4280-C86F-53013395FB48}"/>
              </a:ext>
            </a:extLst>
          </p:cNvPr>
          <p:cNvCxnSpPr>
            <a:cxnSpLocks/>
          </p:cNvCxnSpPr>
          <p:nvPr/>
        </p:nvCxnSpPr>
        <p:spPr>
          <a:xfrm>
            <a:off x="5669451" y="1378744"/>
            <a:ext cx="0" cy="81200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E4EC60-D32A-AD89-E880-E4FB2DD5E3CB}"/>
              </a:ext>
            </a:extLst>
          </p:cNvPr>
          <p:cNvCxnSpPr>
            <a:cxnSpLocks/>
          </p:cNvCxnSpPr>
          <p:nvPr/>
        </p:nvCxnSpPr>
        <p:spPr>
          <a:xfrm>
            <a:off x="10840277" y="1378744"/>
            <a:ext cx="0" cy="81200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6C0D258B-DF06-8F6C-1985-27AED3B150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029" y="2124369"/>
            <a:ext cx="504508" cy="153546"/>
          </a:xfrm>
          <a:prstGeom prst="rect">
            <a:avLst/>
          </a:prstGeom>
        </p:spPr>
      </p:pic>
      <p:pic>
        <p:nvPicPr>
          <p:cNvPr id="6" name="Picture 5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C268DEE9-EE6C-EB46-5988-C7069071AF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11" y="2141502"/>
            <a:ext cx="708927" cy="11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922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188F8-1FED-1E1D-A49E-F54FA3EA2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FF6973-C7E4-5745-2F68-A6F62DD46381}"/>
              </a:ext>
            </a:extLst>
          </p:cNvPr>
          <p:cNvSpPr/>
          <p:nvPr/>
        </p:nvSpPr>
        <p:spPr>
          <a:xfrm>
            <a:off x="0" y="-1"/>
            <a:ext cx="2865120" cy="9144001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20E92D4-AEE7-D462-1FF6-291426F6E28A}"/>
              </a:ext>
            </a:extLst>
          </p:cNvPr>
          <p:cNvSpPr/>
          <p:nvPr/>
        </p:nvSpPr>
        <p:spPr>
          <a:xfrm>
            <a:off x="8323280" y="1235146"/>
            <a:ext cx="5033994" cy="1391940"/>
          </a:xfrm>
          <a:prstGeom prst="roundRect">
            <a:avLst>
              <a:gd name="adj" fmla="val 7560"/>
            </a:avLst>
          </a:prstGeom>
          <a:solidFill>
            <a:srgbClr val="0068B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DCCD5F-1704-BD50-5815-E0E44821868D}"/>
              </a:ext>
            </a:extLst>
          </p:cNvPr>
          <p:cNvSpPr/>
          <p:nvPr/>
        </p:nvSpPr>
        <p:spPr>
          <a:xfrm>
            <a:off x="3185501" y="1235145"/>
            <a:ext cx="4967899" cy="1391941"/>
          </a:xfrm>
          <a:prstGeom prst="roundRect">
            <a:avLst>
              <a:gd name="adj" fmla="val 8252"/>
            </a:avLst>
          </a:prstGeom>
          <a:solidFill>
            <a:srgbClr val="9C01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1C9041-EB16-BA7B-AB1F-EE0C485D6342}"/>
              </a:ext>
            </a:extLst>
          </p:cNvPr>
          <p:cNvCxnSpPr>
            <a:cxnSpLocks/>
          </p:cNvCxnSpPr>
          <p:nvPr/>
        </p:nvCxnSpPr>
        <p:spPr>
          <a:xfrm>
            <a:off x="5669451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3207D78-1291-F336-34C5-15AD94FBB913}"/>
              </a:ext>
            </a:extLst>
          </p:cNvPr>
          <p:cNvCxnSpPr>
            <a:cxnSpLocks/>
          </p:cNvCxnSpPr>
          <p:nvPr/>
        </p:nvCxnSpPr>
        <p:spPr>
          <a:xfrm>
            <a:off x="10840277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ED432E-E8B7-C586-6D4A-4830C86D262E}"/>
              </a:ext>
            </a:extLst>
          </p:cNvPr>
          <p:cNvSpPr/>
          <p:nvPr/>
        </p:nvSpPr>
        <p:spPr>
          <a:xfrm>
            <a:off x="3185501" y="6836228"/>
            <a:ext cx="4967899" cy="2048691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BC1EF3-3FC9-F6A5-E815-9558D006CBA5}"/>
              </a:ext>
            </a:extLst>
          </p:cNvPr>
          <p:cNvSpPr/>
          <p:nvPr/>
        </p:nvSpPr>
        <p:spPr>
          <a:xfrm>
            <a:off x="8323280" y="6836227"/>
            <a:ext cx="5033994" cy="2048691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96EEF1-59D2-D2B3-132B-B4CE820DAC61}"/>
              </a:ext>
            </a:extLst>
          </p:cNvPr>
          <p:cNvSpPr/>
          <p:nvPr/>
        </p:nvSpPr>
        <p:spPr>
          <a:xfrm>
            <a:off x="3185501" y="5152571"/>
            <a:ext cx="4967899" cy="1533071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48D624-4AB0-E739-C5B5-C474E588631F}"/>
              </a:ext>
            </a:extLst>
          </p:cNvPr>
          <p:cNvSpPr/>
          <p:nvPr/>
        </p:nvSpPr>
        <p:spPr>
          <a:xfrm>
            <a:off x="8323280" y="5152570"/>
            <a:ext cx="5033994" cy="1533071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ACB14C-8B4D-1856-3E13-A30D7B7E6298}"/>
              </a:ext>
            </a:extLst>
          </p:cNvPr>
          <p:cNvSpPr/>
          <p:nvPr/>
        </p:nvSpPr>
        <p:spPr>
          <a:xfrm>
            <a:off x="5471886" y="2770685"/>
            <a:ext cx="2681514" cy="2231300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2C3B75-9278-3A39-B69F-5F2F476C6920}"/>
              </a:ext>
            </a:extLst>
          </p:cNvPr>
          <p:cNvSpPr/>
          <p:nvPr/>
        </p:nvSpPr>
        <p:spPr>
          <a:xfrm>
            <a:off x="10675760" y="2777672"/>
            <a:ext cx="2681514" cy="2231300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6335F4-9E6B-9418-C310-0FA35E299305}"/>
              </a:ext>
            </a:extLst>
          </p:cNvPr>
          <p:cNvSpPr/>
          <p:nvPr/>
        </p:nvSpPr>
        <p:spPr>
          <a:xfrm>
            <a:off x="8323280" y="2770684"/>
            <a:ext cx="2181936" cy="2231300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8124C9-3C10-C645-6051-F7562C83541C}"/>
              </a:ext>
            </a:extLst>
          </p:cNvPr>
          <p:cNvSpPr/>
          <p:nvPr/>
        </p:nvSpPr>
        <p:spPr>
          <a:xfrm>
            <a:off x="3185501" y="2777672"/>
            <a:ext cx="2115841" cy="2231300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3" name="Picture 2" descr="A red star with lines in the middle&#10;&#10;AI-generated content may be incorrect.">
            <a:extLst>
              <a:ext uri="{FF2B5EF4-FFF2-40B4-BE49-F238E27FC236}">
                <a16:creationId xmlns:a16="http://schemas.microsoft.com/office/drawing/2014/main" id="{DBA67553-7512-D86C-7F03-988C6EA2C9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t="23354" b="21207"/>
          <a:stretch/>
        </p:blipFill>
        <p:spPr>
          <a:xfrm>
            <a:off x="3185502" y="1235145"/>
            <a:ext cx="2121232" cy="1391941"/>
          </a:xfrm>
          <a:prstGeom prst="rect">
            <a:avLst/>
          </a:prstGeom>
        </p:spPr>
      </p:pic>
      <p:pic>
        <p:nvPicPr>
          <p:cNvPr id="4" name="Picture 3" descr="A blue circle with a white and black logo&#10;&#10;AI-generated content may be incorrect.">
            <a:extLst>
              <a:ext uri="{FF2B5EF4-FFF2-40B4-BE49-F238E27FC236}">
                <a16:creationId xmlns:a16="http://schemas.microsoft.com/office/drawing/2014/main" id="{6FAAE26C-ECEC-EC9E-0522-DF3E35F62D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86" t="25832" r="1955" b="25834"/>
          <a:stretch/>
        </p:blipFill>
        <p:spPr>
          <a:xfrm>
            <a:off x="8323280" y="1235145"/>
            <a:ext cx="2488639" cy="1384954"/>
          </a:xfrm>
          <a:prstGeom prst="rect">
            <a:avLst/>
          </a:prstGeom>
        </p:spPr>
      </p:pic>
      <p:pic>
        <p:nvPicPr>
          <p:cNvPr id="5" name="Picture 4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5E2510AC-83F5-7BBB-BBF5-AA784FA9322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029" y="2406309"/>
            <a:ext cx="504508" cy="153546"/>
          </a:xfrm>
          <a:prstGeom prst="rect">
            <a:avLst/>
          </a:prstGeom>
        </p:spPr>
      </p:pic>
      <p:pic>
        <p:nvPicPr>
          <p:cNvPr id="6" name="Picture 5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E679452A-9A95-434F-42FB-39971DC806F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11" y="2423442"/>
            <a:ext cx="708927" cy="11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5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89C83D-08ED-3BF6-0BB3-0B8E89D0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280916-F36C-7D39-EF25-BE3C6A0CFE7B}"/>
              </a:ext>
            </a:extLst>
          </p:cNvPr>
          <p:cNvSpPr/>
          <p:nvPr/>
        </p:nvSpPr>
        <p:spPr>
          <a:xfrm>
            <a:off x="0" y="-1"/>
            <a:ext cx="2865120" cy="9144001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116752A-AB00-7058-32A8-7A3D801CF5A6}"/>
              </a:ext>
            </a:extLst>
          </p:cNvPr>
          <p:cNvSpPr/>
          <p:nvPr/>
        </p:nvSpPr>
        <p:spPr>
          <a:xfrm>
            <a:off x="8323280" y="1235146"/>
            <a:ext cx="5033994" cy="1391940"/>
          </a:xfrm>
          <a:prstGeom prst="roundRect">
            <a:avLst>
              <a:gd name="adj" fmla="val 7560"/>
            </a:avLst>
          </a:prstGeom>
          <a:solidFill>
            <a:srgbClr val="0068B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AFE74B-783D-CEC9-B96B-4CC7456C2615}"/>
              </a:ext>
            </a:extLst>
          </p:cNvPr>
          <p:cNvSpPr/>
          <p:nvPr/>
        </p:nvSpPr>
        <p:spPr>
          <a:xfrm>
            <a:off x="3185501" y="1235145"/>
            <a:ext cx="4967899" cy="1391941"/>
          </a:xfrm>
          <a:prstGeom prst="roundRect">
            <a:avLst>
              <a:gd name="adj" fmla="val 8252"/>
            </a:avLst>
          </a:prstGeom>
          <a:solidFill>
            <a:srgbClr val="9C01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212B7D-94E2-0017-0D1F-C69AD8713E14}"/>
              </a:ext>
            </a:extLst>
          </p:cNvPr>
          <p:cNvCxnSpPr>
            <a:cxnSpLocks/>
          </p:cNvCxnSpPr>
          <p:nvPr/>
        </p:nvCxnSpPr>
        <p:spPr>
          <a:xfrm>
            <a:off x="4847204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300150C-A582-D2F6-EFBF-8A986EB28B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029" y="2406309"/>
            <a:ext cx="504508" cy="153546"/>
          </a:xfrm>
          <a:prstGeom prst="rect">
            <a:avLst/>
          </a:prstGeom>
        </p:spPr>
      </p:pic>
      <p:pic>
        <p:nvPicPr>
          <p:cNvPr id="20" name="Picture 19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26FE3058-1D4F-ED5D-D14D-8465C05D2F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11" y="2423442"/>
            <a:ext cx="708927" cy="11928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A6E819-8162-1AE1-1208-91551F62F8EF}"/>
              </a:ext>
            </a:extLst>
          </p:cNvPr>
          <p:cNvCxnSpPr>
            <a:cxnSpLocks/>
          </p:cNvCxnSpPr>
          <p:nvPr/>
        </p:nvCxnSpPr>
        <p:spPr>
          <a:xfrm>
            <a:off x="6508565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F2F084-A6B3-A935-79E2-73B9B6FCBF8D}"/>
              </a:ext>
            </a:extLst>
          </p:cNvPr>
          <p:cNvCxnSpPr>
            <a:cxnSpLocks/>
          </p:cNvCxnSpPr>
          <p:nvPr/>
        </p:nvCxnSpPr>
        <p:spPr>
          <a:xfrm>
            <a:off x="9977015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F55AACD-8BF0-0457-073E-0C3B4D03A1B9}"/>
              </a:ext>
            </a:extLst>
          </p:cNvPr>
          <p:cNvCxnSpPr>
            <a:cxnSpLocks/>
          </p:cNvCxnSpPr>
          <p:nvPr/>
        </p:nvCxnSpPr>
        <p:spPr>
          <a:xfrm>
            <a:off x="11650946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74A007F-8BEA-6B0D-E14E-2EB56F8E7711}"/>
              </a:ext>
            </a:extLst>
          </p:cNvPr>
          <p:cNvSpPr/>
          <p:nvPr/>
        </p:nvSpPr>
        <p:spPr>
          <a:xfrm>
            <a:off x="3185501" y="5676902"/>
            <a:ext cx="4967899" cy="3208018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CB14747-5D28-CCE8-8FB3-D14F3733E4BE}"/>
              </a:ext>
            </a:extLst>
          </p:cNvPr>
          <p:cNvSpPr/>
          <p:nvPr/>
        </p:nvSpPr>
        <p:spPr>
          <a:xfrm>
            <a:off x="8323280" y="5669911"/>
            <a:ext cx="5033994" cy="3208018"/>
          </a:xfrm>
          <a:prstGeom prst="roundRect">
            <a:avLst>
              <a:gd name="adj" fmla="val 4187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6715765-BA0F-C6D1-4698-3B5DB9BB9189}"/>
              </a:ext>
            </a:extLst>
          </p:cNvPr>
          <p:cNvSpPr/>
          <p:nvPr/>
        </p:nvSpPr>
        <p:spPr>
          <a:xfrm>
            <a:off x="3185501" y="2770684"/>
            <a:ext cx="4967899" cy="2755631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7EBA0E9-C93C-C923-6768-54297BE1C656}"/>
              </a:ext>
            </a:extLst>
          </p:cNvPr>
          <p:cNvSpPr/>
          <p:nvPr/>
        </p:nvSpPr>
        <p:spPr>
          <a:xfrm>
            <a:off x="8323280" y="2770683"/>
            <a:ext cx="5033994" cy="2755631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8137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E4859-345E-34B8-B87E-3B3F8BBE8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144B01-F435-035D-8416-473395C1B502}"/>
              </a:ext>
            </a:extLst>
          </p:cNvPr>
          <p:cNvSpPr/>
          <p:nvPr/>
        </p:nvSpPr>
        <p:spPr>
          <a:xfrm>
            <a:off x="0" y="0"/>
            <a:ext cx="2865120" cy="9144001"/>
          </a:xfrm>
          <a:prstGeom prst="roundRect">
            <a:avLst>
              <a:gd name="adj" fmla="val 0"/>
            </a:avLst>
          </a:prstGeom>
          <a:solidFill>
            <a:srgbClr val="F7F7F7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20" name="Picture 19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8F2E7777-EE66-3F94-CA4D-C7D188B944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11" y="2423442"/>
            <a:ext cx="708927" cy="11928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4361A4C-BA07-AF25-4791-7B113CA37ED4}"/>
              </a:ext>
            </a:extLst>
          </p:cNvPr>
          <p:cNvCxnSpPr>
            <a:cxnSpLocks/>
          </p:cNvCxnSpPr>
          <p:nvPr/>
        </p:nvCxnSpPr>
        <p:spPr>
          <a:xfrm>
            <a:off x="9977015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B702B10-47DC-5C55-5473-E1AA99D29289}"/>
              </a:ext>
            </a:extLst>
          </p:cNvPr>
          <p:cNvCxnSpPr>
            <a:cxnSpLocks/>
          </p:cNvCxnSpPr>
          <p:nvPr/>
        </p:nvCxnSpPr>
        <p:spPr>
          <a:xfrm>
            <a:off x="11650946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B8B8C8-26ED-A449-EC01-C3F1D98585BD}"/>
              </a:ext>
            </a:extLst>
          </p:cNvPr>
          <p:cNvSpPr/>
          <p:nvPr/>
        </p:nvSpPr>
        <p:spPr>
          <a:xfrm>
            <a:off x="3166793" y="1232606"/>
            <a:ext cx="10190477" cy="864000"/>
          </a:xfrm>
          <a:prstGeom prst="roundRect">
            <a:avLst>
              <a:gd name="adj" fmla="val 14313"/>
            </a:avLst>
          </a:prstGeom>
          <a:solidFill>
            <a:srgbClr val="9C010A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2182FA-DBF9-CDEB-2659-47A621D76039}"/>
              </a:ext>
            </a:extLst>
          </p:cNvPr>
          <p:cNvSpPr/>
          <p:nvPr/>
        </p:nvSpPr>
        <p:spPr>
          <a:xfrm>
            <a:off x="3166793" y="4768288"/>
            <a:ext cx="10190477" cy="864000"/>
          </a:xfrm>
          <a:prstGeom prst="roundRect">
            <a:avLst>
              <a:gd name="adj" fmla="val 14313"/>
            </a:avLst>
          </a:prstGeom>
          <a:solidFill>
            <a:srgbClr val="0068B3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17" name="Picture 16" descr="A red star with lines in the middle&#10;&#10;AI-generated content may be incorrect.">
            <a:extLst>
              <a:ext uri="{FF2B5EF4-FFF2-40B4-BE49-F238E27FC236}">
                <a16:creationId xmlns:a16="http://schemas.microsoft.com/office/drawing/2014/main" id="{B5392EC8-C078-44A3-72AB-3087E3AB17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2" t="23826" b="23826"/>
          <a:stretch/>
        </p:blipFill>
        <p:spPr>
          <a:xfrm>
            <a:off x="3166793" y="1232606"/>
            <a:ext cx="1573800" cy="864000"/>
          </a:xfrm>
          <a:prstGeom prst="rect">
            <a:avLst/>
          </a:prstGeom>
        </p:spPr>
      </p:pic>
      <p:pic>
        <p:nvPicPr>
          <p:cNvPr id="18" name="Picture 1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55CC4E8-02DE-CCD8-DEC6-D1DD651C9EA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26"/>
          <a:stretch/>
        </p:blipFill>
        <p:spPr>
          <a:xfrm>
            <a:off x="3338514" y="1502471"/>
            <a:ext cx="790573" cy="334363"/>
          </a:xfrm>
          <a:prstGeom prst="rect">
            <a:avLst/>
          </a:prstGeom>
        </p:spPr>
      </p:pic>
      <p:pic>
        <p:nvPicPr>
          <p:cNvPr id="22" name="Picture 21" descr="A blue circle with a white and black logo&#10;&#10;AI-generated content may be incorrect.">
            <a:extLst>
              <a:ext uri="{FF2B5EF4-FFF2-40B4-BE49-F238E27FC236}">
                <a16:creationId xmlns:a16="http://schemas.microsoft.com/office/drawing/2014/main" id="{76221A53-7C8B-0D77-1F4E-E37BF4BFADC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3" t="27063" r="8432" b="29287"/>
          <a:stretch/>
        </p:blipFill>
        <p:spPr>
          <a:xfrm>
            <a:off x="3234610" y="4768288"/>
            <a:ext cx="1722454" cy="864000"/>
          </a:xfrm>
          <a:prstGeom prst="rect">
            <a:avLst/>
          </a:prstGeom>
        </p:spPr>
      </p:pic>
      <p:pic>
        <p:nvPicPr>
          <p:cNvPr id="25" name="Picture 24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10DBBC42-B879-AED2-95AA-CC467E5F37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621" y="5117938"/>
            <a:ext cx="972777" cy="1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327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6823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 Hareshkumar Rana</dc:creator>
  <cp:lastModifiedBy>Smit Hareshkumar Rana</cp:lastModifiedBy>
  <cp:revision>9</cp:revision>
  <dcterms:created xsi:type="dcterms:W3CDTF">2025-02-17T21:54:47Z</dcterms:created>
  <dcterms:modified xsi:type="dcterms:W3CDTF">2025-03-23T22:03:28Z</dcterms:modified>
</cp:coreProperties>
</file>